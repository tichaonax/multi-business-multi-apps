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-914400"/>
            <a:ext cx="7315200" cy="54864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TRAINING  · 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Management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for sales, payroll, inventory, HR, expenses, customers, and more — built for all business types.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05556" y="420624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5556" y="42062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&amp; Sales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13732" y="420624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3732" y="42062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Office &amp; EOD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1908" y="420624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1908" y="42062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30084" y="420624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0084" y="42062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&amp; Employees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05556" y="457200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B923C">
              <a:alpha val="12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5556" y="457200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Expense Accounts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3732" y="457200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B7185">
              <a:alpha val="1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3732" y="457200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&amp; Loyalty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1908" y="457200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1908" y="457200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Barcodes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30084" y="457200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0084" y="457200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WiFi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SESSION — 30 TO 50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060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819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19659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240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Login, dashboard, notifications, business switcher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417320"/>
            <a:ext cx="26060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5819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10712" y="19659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POS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240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Making sales, customers, loyalty cards, WiFi tokens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17320"/>
            <a:ext cx="260604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5819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99632" y="19659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Office &amp; EOD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2240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of day close, cash allocation, batch catch-up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23960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1417320"/>
            <a:ext cx="26060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15819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88552" y="19659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— Payroll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88552" y="2240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requests, payroll workflow, performance targets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40480"/>
            <a:ext cx="26060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005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1792" y="43891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&amp; Employees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46634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Contracts, clock-in, absences, per diem, termination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3840480"/>
            <a:ext cx="26060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4005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410712" y="43891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0712" y="46634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Expense accounts, petty cash, rent account, loans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840480"/>
            <a:ext cx="2606040" cy="45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4005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🎁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99632" y="43891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&amp; Campaigns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99632" y="46634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cards, activity reports, campaigns &amp; rewards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82396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840480"/>
            <a:ext cx="2606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88552" y="4005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988552" y="43891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Barcodes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988552" y="46634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products, scanning, bale system, label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 — GETTING STARTED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Uses the System?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56616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819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1965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/ Sales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2402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POS, loyalty card scanning, WiFi token sales, daily clock-in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4173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417320"/>
            <a:ext cx="356616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5819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70832" y="1965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Office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70832" y="22402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EOD close, cash counting, allocation, managing deposits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4173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417320"/>
            <a:ext cx="35661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5819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19872" y="1965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19872" y="22402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Approvals, payroll processing, reports, performance targets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57600"/>
            <a:ext cx="35661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8221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" y="4206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44805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records, contracts, absence tracking, onboarding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65760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3657600"/>
            <a:ext cx="356616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8221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370832" y="4206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Accountant / Finance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70832" y="44805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Expense accounts, loans, rent account, payroll export for ZIMRA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65760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3657600"/>
            <a:ext cx="3566160" cy="45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8221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19872" y="4206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/ Director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19872" y="44805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payroll approval, loan sign-off, cross-business overview reports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Notifications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Dashboard shows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Today's sales, deposits &amp; transactions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Pending tasks — approvals, payments waiting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Recent activity log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918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Alerts — low stock, overdue laybys, low balances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947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Daily performance bar vs target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BBF24">
              <a:alpha val="9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434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Bell icon = action required. A red number means something is waiting for you. Always clear the bell before end of day.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types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3474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7373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Bell turns red when…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1737360"/>
            <a:ext cx="1920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084832"/>
            <a:ext cx="34747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084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request submitted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92640" y="2084832"/>
            <a:ext cx="19202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2084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432304"/>
            <a:ext cx="3474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4323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ready for approval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92640" y="2432304"/>
            <a:ext cx="1920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65792" y="24323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2779776"/>
            <a:ext cx="34747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7797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 submitted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92640" y="2779776"/>
            <a:ext cx="19202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65792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/ Manager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127248"/>
            <a:ext cx="3474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31272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transfer due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92640" y="3127248"/>
            <a:ext cx="1920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65792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Office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474720"/>
            <a:ext cx="34747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3474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lock requested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92640" y="3474720"/>
            <a:ext cx="19202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65792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3822192"/>
            <a:ext cx="3474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822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chat message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92640" y="3822192"/>
            <a:ext cx="1920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65792" y="3822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staff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POS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Making sales, attaching customers, loyalty cards, WiFi token combos, and completing the order.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— MAKING A SALE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6 Steps of Every Sale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536192"/>
            <a:ext cx="329184" cy="329184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4904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POS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6916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to your business → POS. The till opens ready to take items.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2221992"/>
            <a:ext cx="329184" cy="329184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221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1762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3774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a barcode, type the product name, or tap a category then the item.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907792"/>
            <a:ext cx="329184" cy="329184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8620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a customer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0632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name/phone, scan loyalty card, or create inline. Walk-in is fine — customer is optional.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1536192"/>
            <a:ext cx="329184" cy="329184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4904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discounts/campaigns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16916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Eligible campaign rewards appear automatically. Tap to apply. Manual discounts if authorised.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21031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37376" y="2221992"/>
            <a:ext cx="329184" cy="329184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2221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76288" y="21762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payment method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76288" y="23774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Cash, card, mobile transfer, layby, or split payment.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2788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2907792"/>
            <a:ext cx="329184" cy="329184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28620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— print receipt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30632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 prints with items, change due, and WiFi credentials if WiFi was in the order.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— BARCODE SCANNER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Scanning Actually Do?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scanner is always active. One scan can do four different things depending on what the code belongs 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65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965960"/>
            <a:ext cx="3474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965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barcode is…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965960"/>
            <a:ext cx="6309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9659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14630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13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— Highest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20240" y="2313432"/>
            <a:ext cx="34747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313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employee card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2313432"/>
            <a:ext cx="63093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31343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Clocks that employee in or out immediately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1463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6609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20240" y="2660904"/>
            <a:ext cx="3474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2660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customer card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2660904"/>
            <a:ext cx="6309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266090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Attaches that customer to the open sale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08376"/>
            <a:ext cx="14630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0083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20240" y="3008376"/>
            <a:ext cx="34747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3008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 barcode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3008376"/>
            <a:ext cx="63093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68112" y="300837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that product to the cart at its price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355848"/>
            <a:ext cx="1463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355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— Fallback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20240" y="3355848"/>
            <a:ext cx="3474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33558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barcode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94960" y="3355848"/>
            <a:ext cx="6309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335584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to search other businesses or create a new product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34D399">
              <a:alpha val="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 Priority is fixed: Employee → Customer → Product → Unknown. The scanner stops at the first match. No configuration needed — it is fully automatic.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— WIFI TOKEN SALES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Selling WiFi at the Till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2801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554480"/>
            <a:ext cx="4206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12801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01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37360" y="1901952"/>
            <a:ext cx="42062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1901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Captive portal — sells a token code. Customer enters code on WiFi login page.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12801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494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R710 (Ruckus)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37360" y="2249424"/>
            <a:ext cx="4206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0512" y="22494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Pre-generated username + password pairs sold directly at POS. Pool restocked when &lt; 5 tokens remain.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34D399">
              <a:alpha val="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175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R710 tokens are pre-generated and stored in a pool — never created on the fly. "Request 5 More" appears when stock runs low.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WiFi in a Combo — receipt sample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78308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0D1A0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874520"/>
            <a:ext cx="4754880" cy="21031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Chicken Combo       $4.50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WiFi Access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 guest_5021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 Rp8vN3tK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for: 24 hours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           $4.50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Office &amp; End of Day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the day, counting the float, locking records, and allocating deposits.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OFFICE — END OF DAY CLOSE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Steps to Close the 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536192"/>
            <a:ext cx="329184" cy="32918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4904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End of Day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6916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to Cash Office → End of Day for today's date.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2221992"/>
            <a:ext cx="329184" cy="32918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221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1762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transfer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3774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calculates daily rent portion. Confirm or skip. Moves funds to the rent account.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907792"/>
            <a:ext cx="329184" cy="32918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8620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Auto-deposits 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0632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deposits (savings, sinking funds) process automatically. Skipped if balance is zero.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1536192"/>
            <a:ext cx="329184" cy="32918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4904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sign-off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16916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types their name and enters total physical cash counted in the till.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21031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37376" y="2221992"/>
            <a:ext cx="329184" cy="32918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2221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76288" y="21762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&amp; Lock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76288" y="23774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Day's transactions are permanently locked — no more edits to sales figures.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2788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2907792"/>
            <a:ext cx="329184" cy="32918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2862072"/>
            <a:ext cx="4791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allocation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30632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reviews each deposit line, ticks it off, then locks the allocation report.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OFFICE — CATCH-UP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Multiple Days at Once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2–60 days were missed, the manager runs a Grouped EOD Catch-Up instead of closing one day at a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828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11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011680"/>
            <a:ext cx="9418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2011680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they 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182880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59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2359152"/>
            <a:ext cx="94183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2359152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Selects the unclosed days, previews combined sales totals, enters name + total cash for the whole period, clicks Run Catch-Up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1828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066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2706624"/>
            <a:ext cx="9418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2706624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the cash allocation report (all days combined), ticks each deposit line, locks the allocation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FBBF24">
              <a:alpha val="9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In a catch-up, the cashier reconciles cash for multiple days at once. The total entered by the manager is the combined physical cash for all selected days.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— Payroll &amp; Approvals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requests, the full payroll workflow, and setting performance targets.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— PAYMENT REQUESTS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Request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581912"/>
            <a:ext cx="329184" cy="32918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81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36192"/>
            <a:ext cx="7991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7991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submits a payment request — payee, amount, purpose, account. Manager's bell 🔔 turns 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2267712"/>
            <a:ext cx="329184" cy="32918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267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221992"/>
            <a:ext cx="7991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&amp; Approved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423160"/>
            <a:ext cx="7991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opens the request, checks details, clicks Approve. Submitter receives a notification.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953512"/>
            <a:ext cx="329184" cy="32918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953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907792"/>
            <a:ext cx="7991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108960"/>
            <a:ext cx="7991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/ Finance pays the supplier and clicks Mark as Paid with the payment reference.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3639312"/>
            <a:ext cx="329184" cy="32918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639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593592"/>
            <a:ext cx="7991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794760"/>
            <a:ext cx="7991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is closed. Expense account balance is reduced. Submitter receives a final notification.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686800" cy="548640"/>
          </a:xfrm>
          <a:prstGeom prst="roundRect">
            <a:avLst>
              <a:gd name="adj" fmla="val 16667"/>
            </a:avLst>
          </a:prstGeom>
          <a:solidFill>
            <a:srgbClr val="A78BFA">
              <a:alpha val="9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You can also decline a request at step 2 with a reason. The submitter is notified and can revise and resubmit.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— PAYROLL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— 5 Stages to Export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Manager adds entries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768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27685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Sync All, review figures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2E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70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7706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Manager checks, funds cashier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64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32644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Owner approves (required)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58184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C355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581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375818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Spreadsheet downloaded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29252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51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4251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Disbursed, payslips done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what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737360"/>
            <a:ext cx="16459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7373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1737360"/>
            <a:ext cx="3749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1737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084832"/>
            <a:ext cx="16459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0848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0" y="2084832"/>
            <a:ext cx="37490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period, adds entries, runs Sync All, reviews, funds cashier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2432304"/>
            <a:ext cx="16459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24323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0" y="2432304"/>
            <a:ext cx="3749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2432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funded amount, counts out individual salaries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2779776"/>
            <a:ext cx="16459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27797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72400" y="2779776"/>
            <a:ext cx="374904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27797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 the payroll — nothing exports without this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370332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A78BFA">
              <a:alpha val="9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7033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📤  After export: Print payslips → File ZIMRA P2/P6/P14 returns → Disburse salaries → Close the period.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&amp; Employee Management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Contracts, clock-in cards, absences, per diem, and the full employee lifecycle.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— EMPLOYEE LIFECYCLE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Hire to Exit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19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1031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Onboarding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3774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employee record → capture details, ID, bank account, job title. Create contract with duties, salary, and employment type. Print, upload signed copy, approve.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554480"/>
            <a:ext cx="54864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19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🖨️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3952" y="21031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Clock-In Card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23774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barcode ID card (name + photo front, barcode back). Fold in half, laminate, give to employee. They scan it to clock in/out from any screen.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49040"/>
            <a:ext cx="54864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" y="42976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System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45720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system user account. Assign permissions from the role-based list (POS, HR, Payroll, Finance). One account can cover multiple roles.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749040"/>
            <a:ext cx="5486400" cy="45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73952" y="42976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Termination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73952" y="45720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payroll → print payslip + P45 → revoke system access → mark terminated → close expense items → collect property.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— ATTENDANCE &amp; ABSENCES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Clock-In &amp; Absence Tracking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clock-in 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Employee scans barcode card → clock-in recorded instantly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585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Photo captured with each clock-in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Second scan = clock-out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954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Manager can add or edit entries manually (back-dated)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85032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8503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⚠ = missing clock-out  ✏ = manually edited entry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types &amp; payroll impact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26517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737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26517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1737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impact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084832"/>
            <a:ext cx="26517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084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Leave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52560" y="2084832"/>
            <a:ext cx="26517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2084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from leave balance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2432304"/>
            <a:ext cx="26517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4323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Sick Leave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52560" y="2432304"/>
            <a:ext cx="26517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4323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if balance allows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779776"/>
            <a:ext cx="26517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779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Unpaid Leave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52560" y="2779776"/>
            <a:ext cx="26517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25712" y="2779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Deducted pro-rata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3127248"/>
            <a:ext cx="26517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AWOL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52560" y="3127248"/>
            <a:ext cx="26517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25712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Deducted + disciplinary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3474720"/>
            <a:ext cx="26517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Holiday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52560" y="3474720"/>
            <a:ext cx="265176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25712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Paid, no balance used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— PER DIEM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Diem — From Form to Payslip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581912"/>
            <a:ext cx="329184" cy="329184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81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3619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requests a blank 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is printed from the HR section.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2313432"/>
            <a:ext cx="329184" cy="329184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313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26771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fills and signs the 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46888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Dates, purpose (Travel / Accommodation / Subsistence / Medical / Other), amount per day, days claimed, total, supervisor signature.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3044952"/>
            <a:ext cx="329184" cy="329184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99923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enters it into the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20040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→ Per Diem → Add Entry. Select employee, enter dates and amounts. Save.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3776472"/>
            <a:ext cx="329184" cy="329184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73075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Auto-included in payroll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93192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month end, all per diem entries for that employee appear automatically as a line in the payroll export. No separate action needed.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&amp; 8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7 &amp;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— Expenses, Rent &amp; Loans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Expense accounts, petty cash, rent account setup, and the two loan systems.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— EXPENSE ACCOUNTS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Types of Expense Accounts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39496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27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Expense Account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account for a specific business purpose. Funded by deposits from the business account. Payments go through the Payment Request workflow. Manager can see all transactions.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Grocery Procurement, Utilities, Maintenance, Vehicle Fuel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53949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27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3952" y="2011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Expense Account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22860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to the account holder. Used by an individual to track their own spending and submit reimbursement claims. Manager cannot see the transactions unless the holder shares them.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Staff member tracks meals &amp; transport, then claims back.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B923C">
              <a:alpha val="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Petty Cash uses an expense account as its fund. Requests follow the same approval chain: Submit → Approve → Pay → Close. Unspent cash must be returned and recorded.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— RENT &amp; LOANS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Account &amp; Loan Systems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Account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Set up once: monthly rent, operating days, landlord, due date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585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System calculates daily transfer amount automatically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Each EOD close prompts a rent transfer to the rent account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954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At month end — one payment from rent account to landlord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85032"/>
            <a:ext cx="530352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8503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🟢 100% funded  🟠 75% good  🔴 below 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loan systems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1828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1737360"/>
            <a:ext cx="1828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0" y="1737360"/>
            <a:ext cx="16459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31552" y="17373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084832"/>
            <a:ext cx="182880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0848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0" y="2084832"/>
            <a:ext cx="182880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20848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Lender → Business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58400" y="2084832"/>
            <a:ext cx="16459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1552" y="20848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loan, investor advance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432304"/>
            <a:ext cx="1828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4323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Loan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29600" y="2432304"/>
            <a:ext cx="1828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24323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→ Employee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58400" y="2432304"/>
            <a:ext cx="16459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31552" y="24323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advance, personal loan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2971800"/>
            <a:ext cx="5303520" cy="548640"/>
          </a:xfrm>
          <a:prstGeom prst="roundRect">
            <a:avLst>
              <a:gd name="adj" fmla="val 16667"/>
            </a:avLst>
          </a:prstGeom>
          <a:solidFill>
            <a:srgbClr val="FB923C">
              <a:alpha val="9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971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loans can auto-deduct via Payroll Deduction — no manual repayment tracking needed.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Customers, Loyalty &amp; Campaigns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numbers, loyalty cards, activity reports, campaigns and rewards.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Cards &amp; Campaigns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Card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Every customer gets a unique number: RES-CUST-000001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5856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Printed as a barcode on a fold-in-half laminated card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Cashier scans the card → customer attached in 1 second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954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Card number never changes even if name/phone is updated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85032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8503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Activity report: total spend, visits, rewards earned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Campaigns &amp; Rewards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78308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Manager creates campaign with spend threshold (e.g. spend $50 → get reward)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258568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25856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Month end: click Generate Monthly Rewards → system finds qualifying customers and issues vouchers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734056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73405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At POS: eligible reward appears automatically when customer is scanned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209544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20954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Cashier taps to apply the reward to the current sale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685032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68503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Reward statuses: Issued → Redeemed / Expired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Barcode Labels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new products, restocking existing ones, barcode assignment, and printing labels.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— TWO WORKFLOWS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New vs Receive Existing Stock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2860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54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3657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554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3035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5544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228600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01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New Product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1901952"/>
            <a:ext cx="365760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9019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has never been in the system before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901952"/>
            <a:ext cx="5303520" cy="34747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9019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new product record, assigns a barcode, sets initial stock quantity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249424"/>
            <a:ext cx="22860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2494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Stock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249424"/>
            <a:ext cx="3657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exists — you just received more units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2249424"/>
            <a:ext cx="53035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24942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quantity to the existing product. Does NOT create a duplicate.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FB7185">
              <a:alpha val="8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Always search for the product first. Creating a duplicate causes split stock — the same item exists twice, making reports wrong.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20440"/>
            <a:ext cx="53949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6850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1792" y="4069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ways to assign a barcode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434340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Type or scan directly on the product form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Assign after saving via the barcode modal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Bulk auto-generate with a prefix (clothing stores)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52044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520440"/>
            <a:ext cx="53949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6850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🖨️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73952" y="4069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assigning — print labels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73952" y="434340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Management → Templates → New Template → From Existing Product → set label size → Print Job → print quantity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— SCANNING UNKNOWN BARCODES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When You Scan an Unknown Item?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581912"/>
            <a:ext cx="329184" cy="329184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81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3619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this business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found → product added to cart. Done.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2267712"/>
            <a:ext cx="329184" cy="329184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267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22199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barcode templates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42316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found → pre-filled product form opens. One click to create.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953512"/>
            <a:ext cx="329184" cy="329184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953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90779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all other businesses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10896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found in another store → shows the match, offers to stock it here.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3639312"/>
            <a:ext cx="329184" cy="329184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639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593592"/>
            <a:ext cx="10552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Completely unknown — Quick Stock Add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794760"/>
            <a:ext cx="10552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opens with barcode pre-filled. Enter name, price, quantity. Product created immediately.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 The same barcode can be a different product in different businesses — that is fine. Each business owns its own barcode→product mapping. There is no conflict.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— CLOTHING &amp; TEMPLATES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Bales &amp; Barcode Templates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Clothing Bales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 bale = bulk lot of second-hand items (e.g. 200 pieces at $0.80 each)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5856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Record the bale: item count, cost price, unit selling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Print a barcode label per bale (e.g. BALE-HXI-042)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954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Scan bale barcode at POS → one item sold, count decrements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85032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8503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BOGO promotions can be set per bale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Templates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78308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 template saves a barcode + default product data (name, price, size, colour, SKU)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258568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25856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Created once per product line in Barcode Management → Templates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734056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73405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When new batch arrives, scan barcode → template found → one click creates the product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209544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20954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Configure label size, font, symbology (CODE128, EAN13, etc.)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685032"/>
            <a:ext cx="5394960" cy="402336"/>
          </a:xfrm>
          <a:prstGeom prst="roundRect">
            <a:avLst>
              <a:gd name="adj" fmla="val 15909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68503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Paper formats: A4, label_2x1, CR80, receipt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20 — TEAM CHAT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Team Chat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3949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27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open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💬 Chat button in the sidebar from any screen. A floating panel opens — draggable, stays on top. All staff share one General room. Messages delivered in real 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463040"/>
            <a:ext cx="53949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627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65392" y="2011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use it for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65392" y="2286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handover notes, quick questions, closing reminders, coordination between tills.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A78BFA">
              <a:alpha val="9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Unread badge appears when a message arrives while the panel is closed. A 🔔 bell notification is also sent.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FB7185">
              <a:alpha val="9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474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Messages auto-delete after 7 days. Do not record financial data in chat — use payroll notes, expense records, or contracts instead.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56616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27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scanner, many 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card → clock in. Customer card → attach to sale. Product barcode → add to cart. Unknown → create product.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463040"/>
            <a:ext cx="356616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627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70832" y="2011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Bell = action needed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70832" y="2286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ignore a red bell. Every pending approval, payment, or payroll sits in the notification panel waiting for you.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463040"/>
            <a:ext cx="3566160" cy="45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627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19872" y="2011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EOD locks are permanent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19872" y="2286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a day is locked it cannot be changed. Count carefully before locking. Batch catch-up is available for missed days.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35661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" y="4297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must approve payroll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4572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payroll spreadsheet can be exported without owner approval. The status chain is strictly one-way.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749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3749040"/>
            <a:ext cx="35661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370832" y="4297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vs Restock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70832" y="4572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product only if it has never been in the system. For existing products use Receive Stock to add quantity.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749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3749040"/>
            <a:ext cx="35661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19872" y="4297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user guide available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19872" y="4572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workflow described today is documented in full in docs/user-guide.md. Refer to it whenever you are unsure.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-1828800"/>
            <a:ext cx="9144000" cy="7315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OF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79476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step-by-step instructions on any workflow, refer to the full user guide at  docs/user-guide.md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Management System — Training</dc:title>
  <dc:subject>Staff Training Presentation</dc:subject>
  <dc:creator>Business Management System</dc:creator>
  <cp:lastModifiedBy>Business Management System</cp:lastModifiedBy>
  <cp:revision>1</cp:revision>
  <dcterms:created xsi:type="dcterms:W3CDTF">2026-03-15T12:30:17Z</dcterms:created>
  <dcterms:modified xsi:type="dcterms:W3CDTF">2026-03-15T12:30:17Z</dcterms:modified>
</cp:coreProperties>
</file>